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946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8543B-44C8-4120-AC3A-53072529B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438B8-26B2-4439-B136-A2B16FC81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B4E38-BB59-4843-8339-8A980F9D1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7FE9-2D9B-4322-97B0-B15902E15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72B8C-97B8-4151-B997-81966620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6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BB515-80D0-42F8-9174-3B5D02117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E0E95-F1E5-4770-BD08-6BD81B005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4711-A875-48D2-B9AF-DFE9A6D3A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0B1C5-E304-4E2F-BEC1-20ABD8D28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28397-A84B-430B-87F8-B80C0CC3F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45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C4C4-BA1E-428C-9160-84106C28F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67A4C-0E79-4C50-BE48-B71D538A3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20AEF-AB05-418B-956C-B91C84C78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61AC0-CBAC-4FC4-B3EB-171CD64B7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ECB58-40F2-480B-8AFF-6C6CDCD37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66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FAEB9-6B89-403F-910A-5BF16071C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01660-AB46-4FF5-89A8-5155C5934D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8C7AF-657A-4B0F-9A86-DB1E6714E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0AEEE-7969-46B4-8687-A1A589F0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67F80-BE21-477B-9952-A63DEACA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C990D-AAE5-452E-93F3-6DF77BA7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14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243B3-143E-45AF-8E7A-D42C54F5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663D0-07F6-4A06-B773-CA27E3E21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1E811-BE61-4A0B-9015-57EEF458F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65A088-651A-4471-849B-751E8AD5E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12063-E405-444B-B25B-A03046427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A9DF2A-ED49-4E96-8C9A-318572652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7AC26A-6CE0-4796-BBBD-A8BB2F5E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67EF6-39A0-4850-8923-49EF68A87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1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8A3AC-E3E7-4B3B-949C-95359679B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21443-AA0D-4B54-A4DA-5F0F58D9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3A55F-251D-4E6D-8B28-DE305F68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A1BB5-D9C6-4BB0-9275-CE94042CB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87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51A345-0155-4368-9C56-84749CBEF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AEBDD-9D7B-4B11-A952-AB0BA12F3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5C297-997E-453D-8DE1-1D97E1F57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9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EE5C-C636-4D34-AE00-4EFCDD04A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A455-1986-4BF9-B099-0778E4C86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4B5AD6-2C65-4522-A90C-4F2652949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4F1C46-1C0A-49CE-B2F8-D238C9BE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414EF-F4DC-41F0-B43F-278DB35DE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70956-6E36-4D13-A22A-97026F2B1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01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A8BA8-7BC5-4D28-8813-8ADD74B52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71172-7DD3-4036-8ADF-A31436BC88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5D472-BBE1-44A6-95EA-427246A6B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701D4-445F-44B0-857B-A54225E73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90597-8A2F-4167-82A3-BB7E3E81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C71E2-0C3E-4F2A-A1DD-91A9310F2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06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0541-953A-4A8C-9A16-0A6EA5272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1E6E18-8D27-4D40-9A42-F67370113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3F23D-2E78-4EAB-B1BD-8008732BE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04B9E-6502-4E98-8A68-7D8B5FE26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397FB-D830-4432-856D-41980407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67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B19B7-4FC0-4779-B472-5AFFE185B1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CAB17-EB2F-4483-A77F-1B432595A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E9F21-39AF-4459-8B2E-BE05EEC2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174D3-1D06-4AB7-9192-241AEAC1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356C7-D922-4530-9E52-11221D0DA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5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293EBB-D4FE-4E13-953A-8BC6C5E85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F67C4-A138-48CC-9449-6D07223BF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08C05-3443-4EC6-BEEC-FC089E854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F4AF3-04C0-4F3C-8EDF-6DA478C3793D}" type="datetimeFigureOut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BF4D6-30BB-4B11-B43B-792BC8442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046E1-7D64-4CB4-B8EC-1C8A38C48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94756-B651-4E9B-AC11-AE4B1511A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63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5B281C-3D1A-4D87-BD93-E3CEAD1F2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5414" y="55230"/>
            <a:ext cx="8434426" cy="674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275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0F66F-9A21-4830-BC08-2C7CB4EEF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7960" y="925576"/>
            <a:ext cx="6258560" cy="50068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5B281C-3D1A-4D87-BD93-E3CEAD1F2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8438" y="-218897"/>
            <a:ext cx="6852168" cy="685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14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0F66F-9A21-4830-BC08-2C7CB4EEF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2571" y="1564905"/>
            <a:ext cx="4660237" cy="37281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5B281C-3D1A-4D87-BD93-E3CEAD1F2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877875"/>
            <a:ext cx="5102248" cy="51022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C0007F-C11E-4B6F-84AE-5C4C277EA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061" y="-1507409"/>
            <a:ext cx="8889495" cy="888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25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0F66F-9A21-4830-BC08-2C7CB4EEF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0335" y="1793546"/>
            <a:ext cx="2774182" cy="22193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5B281C-3D1A-4D87-BD93-E3CEAD1F2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4585" y="1750326"/>
            <a:ext cx="3037306" cy="30373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C0007F-C11E-4B6F-84AE-5C4C277EAA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755" y="380998"/>
            <a:ext cx="4560006" cy="45569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87C8FC-96D3-41D1-99B3-AA50CAD865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02390" y="-72861"/>
            <a:ext cx="7703810" cy="616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511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Uday Karmoker</dc:creator>
  <cp:lastModifiedBy>Uday Karmoker</cp:lastModifiedBy>
  <cp:revision>5</cp:revision>
  <dcterms:created xsi:type="dcterms:W3CDTF">2023-10-17T17:23:28Z</dcterms:created>
  <dcterms:modified xsi:type="dcterms:W3CDTF">2023-10-17T21:11:58Z</dcterms:modified>
</cp:coreProperties>
</file>